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3716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SkillSphere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Holistic Academic &amp; Professional Skill Intelligence System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 Hackathon 2026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0" y="4297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SkillSphere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463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Gap Blindness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8288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don't know which skills they lack for their dream careers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868680"/>
          </a:xfrm>
          <a:prstGeom prst="rect">
            <a:avLst/>
          </a:prstGeom>
          <a:solidFill>
            <a:srgbClr val="E0E7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Overwhelming Options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8346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many courses, certifications &amp; resources with no clear direction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822960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3474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Disconnect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8404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curricula often lag behind industry requirements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389120"/>
            <a:ext cx="8229600" cy="868680"/>
          </a:xfrm>
          <a:prstGeom prst="rect">
            <a:avLst/>
          </a:prstGeom>
          <a:solidFill>
            <a:srgbClr val="E0E7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526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88720" y="4480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Personalization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484632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advice doesn't account for individual backgrounds &amp; goals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Solution: SkillSphere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Skill Intelligence Platform that: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Analyzes your current skills &amp; proficiency levels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 skills to industry frameworks (SFIA, NICE, Custom)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2743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 precise skill gaps using KNN Algorithm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246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personalized learning roadmaps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3749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3749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Recommends projects to build missing skills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4251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4251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progress with visual dashboards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800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Domains: Healthcare Tech | Agricultural Tech | Smart Cities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2743200" cy="457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Profile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Skills, projects, education &amp; career goals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37160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1371600"/>
            <a:ext cx="2743200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463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Analysis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20116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skill gap identification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371600"/>
            <a:ext cx="2743200" cy="4572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463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 Recommender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20116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ML-based project recommendations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200400"/>
            <a:ext cx="274320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291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Paths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38404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roadmaps to career goals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37560" y="320040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37560" y="3200400"/>
            <a:ext cx="274320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3337560" y="3291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Tracking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0" y="38404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dashboards &amp; readiness scores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320040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3200400"/>
            <a:ext cx="274320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3291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Panel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55080" y="38404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&amp; course management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463040"/>
            <a:ext cx="640080" cy="64008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544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5448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74320" y="2286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Profile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26974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skills, projects &amp; set career goals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1463040"/>
            <a:ext cx="640080" cy="64008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15544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33756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057400" y="2286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Framework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57400" y="26974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industry standard (SFIA/NICE/Custom)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43400" y="1463040"/>
            <a:ext cx="640080" cy="64008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4343400" y="15544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12064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840480" y="2286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Gap Analysis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0" y="26974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identifies missing skills by priority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1463040"/>
            <a:ext cx="640080" cy="64008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15544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0372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623560" y="2286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Recommendations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23560" y="26974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 suggests projects &amp; courses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09560" y="1463040"/>
            <a:ext cx="640080" cy="64008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5" name="Text 23"/>
          <p:cNvSpPr/>
          <p:nvPr/>
        </p:nvSpPr>
        <p:spPr>
          <a:xfrm>
            <a:off x="7909560" y="15544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406640" y="2286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&amp; Track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06640" y="26974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roadmap, track progress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solidFill>
            <a:srgbClr val="F0F9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749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 Algorithm Highlights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41148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Cosine Similarity for skill matching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Weighted scoring: Skills (40%) + Gap Coverage (35%) + Difficulty (25%)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Domain-specific project database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recommendations based on your unique gaps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71600"/>
            <a:ext cx="2011680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React 19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Tailwind CSS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React Router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Context API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Axios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0" y="137160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0" y="1371600"/>
            <a:ext cx="2011680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5176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Node.js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51760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Express.js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51760" y="2926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JWT Auth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51760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bcryptjs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5176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express-validator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37160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371600"/>
            <a:ext cx="2011680" cy="5486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MongoDB Atlas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Mongoose ODM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2926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Cloud Hosted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Scalable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949440" y="137160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949440" y="1371600"/>
            <a:ext cx="2011680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6949440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ML/AI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04088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Python Flask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040880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KNN Algorithm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040880" y="2926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Cosine Similarity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40880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scikit-learn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Screenshots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1737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[Screenshot: Dashboard]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skill overview &amp; progress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0" y="1371600"/>
            <a:ext cx="4114800" cy="1737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828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[Screenshot: Gap Analysis]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00600" y="2468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Analysis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27432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skill gap identification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4114800" cy="1737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490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[Screenshot: Project Recommender]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389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Recommender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6634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project suggestions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3291840"/>
            <a:ext cx="4114800" cy="1737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37490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[Screenshot: Admin Panel]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00600" y="4389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Panel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46634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&amp; course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Future Roadmap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Bridges academia-industry skill gap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Personalized career guidance for students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Data-driven learning path optimization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Reduces time to job-readiness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1280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Roadmap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54880" y="1645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AI-powered resume builder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2057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Interview preparation module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2468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Industry mentor matching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2880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Mobile app (iOS/Android)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3291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LMS integration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8229600" cy="109728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0690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Model: B2B SaaS for universities &amp; ed-tech platforms | B2C Premium features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480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Market: 40M+ students in India seeking tech careers in emerging sectors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45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SkillSphere - Empowering Careers Through Intelligent Skill Mapping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SkillSphere | AU Hackathon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SkillSphere - Skill Intelligence Platform</dc:title>
  <dc:subject>AU Hackathon Presentation</dc:subject>
  <dc:creator>SkillSphere Team</dc:creator>
  <cp:lastModifiedBy>SkillSphere Team</cp:lastModifiedBy>
  <cp:revision>1</cp:revision>
  <dcterms:created xsi:type="dcterms:W3CDTF">2026-01-18T06:06:35Z</dcterms:created>
  <dcterms:modified xsi:type="dcterms:W3CDTF">2026-01-18T06:06:35Z</dcterms:modified>
</cp:coreProperties>
</file>