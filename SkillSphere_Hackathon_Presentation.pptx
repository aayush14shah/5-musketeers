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SkillSphere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Academic &amp; Professional Skill Intelligence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Hackathon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SkillSphere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Leader: Kirtan Patel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kirtan.patel@example.com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4343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1, Member 2, Member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Blindness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are unaware of specific skills they lack for their desired careers in emerging tech sectors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6334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Overwhelming number of courses, certifications &amp; resources with no clear direction or personalization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Academia-Industry Disconnect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63931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curricula lag behind rapidly evolving industry requirements in Healthcare, AgriTech &amp; Smart Cities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841248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Intelligent Guidance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6451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career advice fails to account for individual backgrounds, existing skills &amp; career aspirations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 &amp;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AI-Powered Skill Intelligence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KNN-based ML Algorithm for intelligent project recommendations using cosine similarity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737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1600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framework mapping (SFIA, NICE, Custom) for standardized skill assessment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97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Hybrid Content-Based Filtering for course recommendations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6974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2560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skill gap analysis with weighted scoring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57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4-week learning roadmap 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611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657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progress tracking with career readiness scores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Domains: Healthcare Tech | Agricultural Tech | Smart Cities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45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Optimization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accuracy vs performance in KNN with large skill vocabularies. Solved using weighted scoring with cosine similarity.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Implemented 4-factor weighted scoring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Normalization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variations in skill names (React vs ReactJS vs React.js). Created comprehensive normalization pipeline.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Fuzzy matching + vocabulary mapping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diverse industry frameworks (SFIA, NICE) into unified skill taxonomy.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Custom category-based 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Gap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skill gaps dynamically with changing user profiles and framework updates.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Efficient caching + incremental updates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Education, Goals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325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13258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Select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SFIA/NICE/Custom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12344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325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3258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9476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identification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325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6560" y="13258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7784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Recommender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Courses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18120" y="12344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818120" y="1325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60920" y="22402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learning path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834640"/>
            <a:ext cx="8412480" cy="2286000"/>
          </a:xfrm>
          <a:prstGeom prst="rect">
            <a:avLst/>
          </a:prstGeom>
          <a:solidFill>
            <a:srgbClr val="F0F9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2461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┌─────────────┐    HTTP/JSON    ┌──────────────┐    Mongoose    ┌─────────────┐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React     │ ◄────────────► │  Express.js  │ ◄────────────► │  MongoDB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Frontend   │    REST API    │   Backend    │      ODM       │   Atlas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└─────────────┘                └──────────────┘                └─────────────┘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        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Context API               JWT Auth + Middleware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Axios Client              KNN Recommender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TailwindCSS               TF-IDF Course Matching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103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1031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TailwindCSS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Router v6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Axios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Recharts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188720"/>
            <a:ext cx="2103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188720"/>
            <a:ext cx="21031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Auth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express-validator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4069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188720"/>
            <a:ext cx="2103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188720"/>
            <a:ext cx="210312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Atlas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Mongoose ODM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Hosted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Aggregation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1188720"/>
            <a:ext cx="2103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1188720"/>
            <a:ext cx="21031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1280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ML/Algorithms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KNN Algorithm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Cosine Similarity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TF-IDF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Euclidean Distance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Hybrid Filtering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Snippet: KNN Recommender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4023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KNN Project Recommender - Core Algorithm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cosineSimilarity(vec1, vec2)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dotProduct = 0, norm1 = 0, norm2 =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vec1.length;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dotProduct += vec1[i] * vec2[i];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norm1 += vec1[i] * vec1[i];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norm2 += vec2[i] * vec2[i];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dotProduct / (Math.sqrt(norm1) * Math.sqrt(norm2));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recommend(userGapSkills, options = {})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userVector = this.createFeatureVector(userGapSkills, domain);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scoredProjects = filteredProjects.map(project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similarity = this.cosineSimilarity(userVector, projectVector);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gapCoverage = this.calculateGapCoverage(project, userGapSkills);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Weighted KNN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knnScore =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(0.30 * similarity)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(0.40 * gapCoverage)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(0.15 * difficultyScore)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(0.15 * domainBonus);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...project, knn_score: knnScore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scoredProjects.sort((a, b) =&gt; b.knn_score - a.knn_score).slice(0, k);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212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K-Nearest Neighbors with Cosine Similarity | Weights: Gap Coverage (40%) &gt; Similarity (30%) &gt; Difficulty (15%) &gt; Domain (15%)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Snippet: Hybrid Course Recommender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4023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TF-IDF + Hybrid Content-Based Filtering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calculateTFIDF = (skillsArray, allSkillsVocab)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vector = new Array(allSkillsVocab.length).fill(0);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skillsArray.forEach(skill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tf = skillCounts[normalized] / skillsArray.length;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idf = Math.log((coursesData.length + 1) / (docsWithSkill + 1)) + 1;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vector[index] = tf * idf;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vector;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calculateHybridScore = (course, missingSkills, userPreferences)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skillMatch = skillMatchScore(course.skills, missingSkills);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contentSimilarity = cosineSimilarity(courseVector, targetVector);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weights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skillMatch: 0.35,      // Direct skill matching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contentSimilarity: 0.25, // TF-IDF cosine similarity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rating: 0.15,          // Course quality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popularity: 0.10,      // User engagement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difficulty: 0.15       // Level alignment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Object.entries(weights)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.reduce((score, [key, w]) =&gt; score + w * scores[key], 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212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Hybrid Content-Based Filtering | TF-IDF for semantic matching + Multi-factor weighted scoring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Profile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with proficiency levels, projects, education &amp; career goals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skill gap identification with priority ranking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Projects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project recommendations with match scores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Finder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powered course recommendations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8328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Roadmap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4-week skill development plan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200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category &amp; course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Term (3-6 months)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AI-powered Resume Builder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Interview Preparation Module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LinkedIn Profile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Mobile App (React Native)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Term (6-12 months)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Industry Mentor Matching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LMS Integration (Moodle, Canvas)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Enterprise B2B Platform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Advanced Analytics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Market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SaaS: University partnerships, Ed-tech platform integrations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Premium: Advanced features, 1-on-1 mentoring, certification prep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Market: 40M+ students in India pursuing tech careers in emerging sectors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Referenced Repositories &amp;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Algorithms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scikit-learn KNN documentation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TF-IDF implementation patterns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Cosine similarity for recommendation systems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SFIA Framework (sfia-online.org)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NICE Framework (niccs.cisa.gov)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O*NET Skills Database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1148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React.js Official Docs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Express.js Guide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572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Mongoose ODM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983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TailwindCSS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5394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Recharts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291840"/>
            <a:ext cx="4114800" cy="1920240"/>
          </a:xfrm>
          <a:prstGeom prst="rect">
            <a:avLst/>
          </a:prstGeom>
          <a:solidFill>
            <a:srgbClr val="F0F9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Coursera skill mapping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 Learning paths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4572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Pluralsight skill assessments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SkillSphere - Empowering Careers Through Intelligent Skill Mapping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Demo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github.com/AU_Hackathon_SkillSphere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SkillSphere | AU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SkillSphere - AU Hackathon 2026</dc:title>
  <dc:subject>Hackathon Presentation</dc:subject>
  <dc:creator>SkillSphere Team</dc:creator>
  <cp:lastModifiedBy>SkillSphere Team</cp:lastModifiedBy>
  <cp:revision>1</cp:revision>
  <dcterms:created xsi:type="dcterms:W3CDTF">2026-01-18T06:13:50Z</dcterms:created>
  <dcterms:modified xsi:type="dcterms:W3CDTF">2026-01-18T06:13:50Z</dcterms:modified>
</cp:coreProperties>
</file>